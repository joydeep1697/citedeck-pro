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7352F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352F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37352F"/>
                </a:solidFill>
              </a:defRPr>
            </a:pPr>
          </a:p>
          <a:p>
            <a:pPr>
              <a:defRPr sz="1800">
                <a:solidFill>
                  <a:srgbClr val="37352F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B5757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Notion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