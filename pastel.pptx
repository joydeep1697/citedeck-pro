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7F1D1D"/>
                </a:solidFill>
              </a:defRPr>
            </a:pPr>
            <a:r>
              <a:t>{{title}}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6858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F1D1D"/>
                </a:solidFill>
              </a:defRPr>
            </a:pPr>
            <a:r>
              <a:t>{{bullets}}</a:t>
            </a:r>
          </a:p>
          <a:p>
            <a:pPr>
              <a:defRPr sz="1800">
                <a:solidFill>
                  <a:srgbClr val="7F1D1D"/>
                </a:solidFill>
              </a:defRPr>
            </a:pPr>
          </a:p>
          <a:p>
            <a:pPr>
              <a:defRPr sz="1800">
                <a:solidFill>
                  <a:srgbClr val="7F1D1D"/>
                </a:solidFill>
              </a:defRPr>
            </a:pPr>
            <a:r>
              <a:t>{{citation}}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7171"/>
                </a:solidFill>
              </a:defRPr>
            </a:pPr>
            <a:r>
              <a:t>{{verification_badge}}  {{currency_display}}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Pastel {footer_citations} | FX: {{fx_proof}}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