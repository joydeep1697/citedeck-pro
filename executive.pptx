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3F4F6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3F4F6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F3F4F6"/>
                </a:solidFill>
              </a:defRPr>
            </a:pPr>
          </a:p>
          <a:p>
            <a:pPr>
              <a:defRPr sz="1800">
                <a:solidFill>
                  <a:srgbClr val="F3F4F6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A5FA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Executive {footer_citations}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