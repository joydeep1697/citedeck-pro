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{{title}}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6858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{{bullets}}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{{citation}}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5400"/>
                </a:solidFill>
              </a:defRPr>
            </a:pPr>
            <a:r>
              <a:t>{{verification_badge}}  {{currency_display}}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YC Style {footer_citations} | FX: {{fx_proof}}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