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3A8A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1E3A8A"/>
                </a:solidFill>
              </a:defRPr>
            </a:pPr>
          </a:p>
          <a:p>
            <a:pPr>
              <a:defRPr sz="1800">
                <a:solidFill>
                  <a:srgbClr val="1E3A8A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563EB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Corporate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