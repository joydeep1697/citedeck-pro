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0F172A"/>
                </a:solidFill>
              </a:defRPr>
            </a:pP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6F1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Startup Pitch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